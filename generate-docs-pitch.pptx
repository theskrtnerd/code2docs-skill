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generate-docs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codebase to published docs in one command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skill that reads your repo, plans documentation,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publishes it to ReadMe — automatically.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docs is tedious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would rather ship features than write documentation pages from scratch.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624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 fall out of date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2990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evolve fast — documentation rarely keeps up with the actual implementation.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767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standard quality bar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133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project's docs look and feel different. There's no easy way to match Stripe-level quality.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repo. Pick a style. Get published docs.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28346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0116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your codebase, plan a table of contents, and write every guide.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560320" cy="28346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0116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Style-Matched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5760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Stripe, ReadMe, or Mintlify docs to match their quality.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560320" cy="28346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20116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94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Automated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9224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guides, llms.txt, OpenAPI spec, and uploads to ReadMe.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Five-phase pipeline, each a standalone 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1554480" cy="310896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5486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real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Stripe / ReadMe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Mintlify as references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74320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30552" y="1554480"/>
            <a:ext cx="1554480" cy="310896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33472" y="1737360"/>
            <a:ext cx="5486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2633472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2" y="22402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21992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221992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scans codebase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proposes a 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contents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74320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849624" y="1554480"/>
            <a:ext cx="1554480" cy="310896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352544" y="1737360"/>
            <a:ext cx="5486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4"/>
          <p:cNvSpPr/>
          <p:nvPr/>
        </p:nvSpPr>
        <p:spPr>
          <a:xfrm>
            <a:off x="4352544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224028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41064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941064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each guide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frontmatter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index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56" y="274320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568696" y="1554480"/>
            <a:ext cx="1554480" cy="310896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071616" y="1737360"/>
            <a:ext cx="5486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19"/>
          <p:cNvSpPr/>
          <p:nvPr/>
        </p:nvSpPr>
        <p:spPr>
          <a:xfrm>
            <a:off x="6071616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2240280"/>
            <a:ext cx="548640" cy="5486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60136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5660136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spec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ReadMe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2743200"/>
            <a:ext cx="274320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287768" y="1554480"/>
            <a:ext cx="1554480" cy="3108960"/>
          </a:xfrm>
          <a:prstGeom prst="rect">
            <a:avLst/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7790688" y="1737360"/>
            <a:ext cx="5486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24"/>
          <p:cNvSpPr/>
          <p:nvPr/>
        </p:nvSpPr>
        <p:spPr>
          <a:xfrm>
            <a:off x="7790688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2240280"/>
            <a:ext cx="548640" cy="5486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379208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Guides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7379208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guides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via rdme CLI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Documentation Guides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63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Getting Started, API Reference, Deployment, Troubleshooting, and more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llms.txt Index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63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LLM-optimized index linking all guides with descriptions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OpenAPI 3.1 Spec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63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spec with 31 endpoints, schemas, and auth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8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Published to ReadMe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4630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and API reference live on your ReadMe project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394960" y="1280160"/>
            <a:ext cx="3383280" cy="329184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Claude Code: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577840" y="182880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generate docs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/path/to/my/repo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Style: Stripe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 Simple markdown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 15 guides...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overview.md...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getting-started.md...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 15 guides to ReadMe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Any Documentation Style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real docs via llms.txt to use as quality references for the LLM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73152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docs.stripe.com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developer-first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quickstarts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API auth guides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54480"/>
            <a:ext cx="2560320" cy="73152"/>
          </a:xfrm>
          <a:prstGeom prst="rect">
            <a:avLst/>
          </a:prstGeom>
          <a:solidFill>
            <a:srgbClr val="018EF5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18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docs.readme.com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743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guides,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setup,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interactive 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54480"/>
            <a:ext cx="2560320" cy="73152"/>
          </a:xfrm>
          <a:prstGeom prst="rect">
            <a:avLst/>
          </a:prstGeom>
          <a:solidFill>
            <a:srgbClr val="0D937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Mintlify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mintlify.com/docs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743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quickstarts,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playground setup,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navigation guides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any custom URL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a standalone Python script — composable and debuggable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329184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fetch_examples.py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plan_guides.py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generate_guides.py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upload_openapi.py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upload_guides.py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stripe_llms.txt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readme_llms.txt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mintlify_llms.txt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554480"/>
            <a:ext cx="3931920" cy="438912"/>
          </a:xfrm>
          <a:prstGeom prst="rect">
            <a:avLst/>
          </a:prstGeom>
          <a:solidFill>
            <a:srgbClr val="E8F5F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via OpenRouter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084832"/>
            <a:ext cx="3931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848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Codebase Scan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848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.md glob (120K char budget)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615184"/>
            <a:ext cx="3931920" cy="438912"/>
          </a:xfrm>
          <a:prstGeom prst="rect">
            <a:avLst/>
          </a:prstGeom>
          <a:solidFill>
            <a:srgbClr val="E8F5F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6151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6151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.md from llms.txt URLs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45536"/>
            <a:ext cx="3931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1455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Format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145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YAML frontmatter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675888"/>
            <a:ext cx="3931920" cy="438912"/>
          </a:xfrm>
          <a:prstGeom prst="rect">
            <a:avLst/>
          </a:prstGeom>
          <a:solidFill>
            <a:srgbClr val="E8F5F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6758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CLI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6758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rdme (ReadMe's official CLI)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206240"/>
            <a:ext cx="3931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4206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2062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skill or standalone CLI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ReadMe's AI service codebase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920240" cy="14630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1920240" cy="14630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8892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1920240" cy="14630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Examples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554480"/>
            <a:ext cx="1920240" cy="1463040"/>
          </a:xfrm>
          <a:prstGeom prst="rect">
            <a:avLst/>
          </a:prstGeom>
          <a:solidFill>
            <a:srgbClr val="0F2B3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08660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Guides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getting-started.md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mcp-server.md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ask-ai-chat.md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ai-agent.md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vectorization.md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api-reference.md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llms.txt 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3931920" cy="1371600"/>
          </a:xfrm>
          <a:prstGeom prst="rect">
            <a:avLst/>
          </a:prstGeom>
          <a:solidFill>
            <a:srgbClr val="0F2B3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7033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ReadMe AI Documentation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Docs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[Overview](guides/overview.md):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Introduction to the AI Service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[Getting Started](...): Setup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[MCP Server](...): MCP guide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A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generate-docs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 deserves great docs.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they can have them in minutes.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54480" y="356616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49040" y="356616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Style-Matched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356616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generate-docs — Hackathon Pitch</dc:title>
  <dc:subject>PptxGenJS Presentation</dc:subject>
  <dc:creator>ReadMe Hackathon Team</dc:creator>
  <cp:lastModifiedBy>ReadMe Hackathon Team</cp:lastModifiedBy>
  <cp:revision>1</cp:revision>
  <dcterms:created xsi:type="dcterms:W3CDTF">2026-02-06T05:30:00Z</dcterms:created>
  <dcterms:modified xsi:type="dcterms:W3CDTF">2026-02-06T05:30:00Z</dcterms:modified>
</cp:coreProperties>
</file>